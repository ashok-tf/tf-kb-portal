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Knowledge Base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Implementation Plan v1</a:t>
            </a:r>
          </a:p>
          <a:p/>
          <a:p>
            <a:r>
              <a:t>Ashok + Sreepad · 6 weeks · ThoughtFocus</a:t>
            </a:r>
          </a:p>
          <a:p>
            <a:r>
              <a:t>Reference: kb-platform-animation.html (6-step architecture)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Vision — 6-Step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Step 01: Ingestion — capture from anywhere</a:t>
            </a:r>
          </a:p>
          <a:p>
            <a:pPr/>
            <a:r>
              <a:t>Step 02: Enrichment — AI understands content</a:t>
            </a:r>
          </a:p>
          <a:p>
            <a:pPr/>
            <a:r>
              <a:t>Step 03: Knowledge artifacts — vectors, wiki, graph</a:t>
            </a:r>
          </a:p>
          <a:p>
            <a:pPr/>
            <a:r>
              <a:t>Step 04: Search framework — pluggable retrieval</a:t>
            </a:r>
          </a:p>
          <a:p>
            <a:pPr/>
            <a:r>
              <a:t>Step 05: Agentic search — AI answers with sources ★</a:t>
            </a:r>
          </a:p>
          <a:p>
            <a:pPr/>
            <a:r>
              <a:t>Step 06: Governance — security, audit, connectors</a:t>
            </a:r>
          </a:p>
          <a:p>
            <a:pPr/>
          </a:p>
          <a:p>
            <a:pPr/>
            <a:r>
              <a:t>Demo the HTML file live: kb-platform-animation.html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Company knowledge is scattered across PDFs, decks, policies</a:t>
            </a:r>
          </a:p>
          <a:p>
            <a:pPr/>
            <a:r>
              <a:t>Keyword search is not enough</a:t>
            </a:r>
          </a:p>
          <a:p>
            <a:pPr/>
            <a:r>
              <a:t>Employees need instant, trusted answers with proof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Upload → Organize → Ask → Get cited AI answers</a:t>
            </a:r>
          </a:p>
          <a:p>
            <a:pPr/>
          </a:p>
          <a:p>
            <a:pPr/>
            <a:r>
              <a:t>Example: "Where is the latest AI sales deck?"</a:t>
            </a:r>
          </a:p>
          <a:p>
            <a:pPr/>
            <a:r>
              <a:t>→ System finds the right Knowledge Base</a:t>
            </a:r>
          </a:p>
          <a:p>
            <a:pPr/>
            <a:r>
              <a:t>→ Searches documents</a:t>
            </a:r>
          </a:p>
          <a:p>
            <a:pPr/>
            <a:r>
              <a:t>→ Returns answer with source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v1: Upload + Agentic chat + citations — 6 weeks</a:t>
            </a:r>
          </a:p>
          <a:p>
            <a:pPr/>
            <a:r>
              <a:t>v2: Enrichment + SharePoint + audit — +8 weeks</a:t>
            </a:r>
          </a:p>
          <a:p>
            <a:pPr/>
            <a:r>
              <a:t>v3: Knowledge graph + full enterprise — +10 weeks</a:t>
            </a:r>
          </a:p>
          <a:p>
            <a:pPr/>
          </a:p>
          <a:p>
            <a:pPr/>
            <a:r>
              <a:t>Full HTML vision: ~6 months with 2 developers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v1 Covers (HTML Mapping)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Step 01 Ingestion      — Documents upload (partial)</a:t>
            </a:r>
          </a:p>
          <a:p>
            <a:pPr/>
            <a:r>
              <a:t>Step 02 Enrichment     — Basic text + OCR only (minimal)</a:t>
            </a:r>
          </a:p>
          <a:p>
            <a:pPr/>
            <a:r>
              <a:t>Step 03 Artifacts      — Vector index + KB registry (partial)</a:t>
            </a:r>
          </a:p>
          <a:p>
            <a:pPr/>
            <a:r>
              <a:t>Step 04 Search         — pgvector semantic search (partial)</a:t>
            </a:r>
          </a:p>
          <a:p>
            <a:pPr/>
            <a:r>
              <a:t>Step 05 Agentic search — ★ CORE v1 FOCUS ★</a:t>
            </a:r>
          </a:p>
          <a:p>
            <a:pPr/>
            <a:r>
              <a:t>Step 06 Governance     — Per-KB isolation only (minimal)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v1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Login</a:t>
            </a:r>
          </a:p>
          <a:p>
            <a:pPr/>
            <a:r>
              <a:t>2. Create Knowledge Base (e.g. Pre-sales, HR)</a:t>
            </a:r>
          </a:p>
          <a:p>
            <a:pPr/>
            <a:r>
              <a:t>3. Upload documents (PDF, DOCX, PPTX, XLSX, images)</a:t>
            </a:r>
          </a:p>
          <a:p>
            <a:pPr/>
            <a:r>
              <a:t>4. Auto-process: extract → chunk → embed → store</a:t>
            </a:r>
          </a:p>
          <a:p>
            <a:pPr/>
            <a:r>
              <a:t>5. Ask question in chat</a:t>
            </a:r>
          </a:p>
          <a:p>
            <a:pPr/>
            <a:r>
              <a:t>6. Agent picks relevant KB(s)</a:t>
            </a:r>
          </a:p>
          <a:p>
            <a:pPr/>
            <a:r>
              <a:t>7. Get AI answer with source citations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v1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Browser → Next.js UI → FastAPI API</a:t>
            </a:r>
          </a:p>
          <a:p>
            <a:pPr/>
            <a:r>
              <a:t>                          ↓</a:t>
            </a:r>
          </a:p>
          <a:p>
            <a:pPr/>
            <a:r>
              <a:t>              Postgres + pgvector + OpenAI</a:t>
            </a:r>
          </a:p>
          <a:p>
            <a:pPr/>
          </a:p>
          <a:p>
            <a:pPr/>
            <a:r>
              <a:t>Postgres — metadata (KBs, documents)</a:t>
            </a:r>
          </a:p>
          <a:p>
            <a:pPr/>
            <a:r>
              <a:t>pgvector — semantic search</a:t>
            </a:r>
          </a:p>
          <a:p>
            <a:pPr/>
            <a:r>
              <a:t>OpenAI — embeddings + chat answers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6-Week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Week 1: Infrastructure + DB + OpenAI wired up</a:t>
            </a:r>
          </a:p>
          <a:p>
            <a:pPr/>
            <a:r>
              <a:t>Week 2: Upload pipeline + single-KB chat with citations</a:t>
            </a:r>
          </a:p>
          <a:p>
            <a:pPr/>
            <a:r>
              <a:t>Week 3: Multi-KB agent + global chat</a:t>
            </a:r>
          </a:p>
          <a:p>
            <a:pPr/>
            <a:r>
              <a:t>Week 4: UI polish + HTML walkthrough demo page</a:t>
            </a:r>
          </a:p>
          <a:p>
            <a:pPr/>
            <a:r>
              <a:t>Week 5: Testing + sample KBs + internal demo</a:t>
            </a:r>
          </a:p>
          <a:p>
            <a:pPr/>
            <a:r>
              <a:t>Week 6: AWS prep + v2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Ashok (Frontend):</a:t>
            </a:r>
          </a:p>
          <a:p>
            <a:pPr/>
            <a:r>
              <a:t>  Login, KB dashboard, upload UI, chat UI, citations, design</a:t>
            </a:r>
          </a:p>
          <a:p>
            <a:pPr/>
          </a:p>
          <a:p>
            <a:pPr/>
            <a:r>
              <a:t>Sreepad (Backend):</a:t>
            </a:r>
          </a:p>
          <a:p>
            <a:pPr/>
            <a:r>
              <a:t>  Auth, ingestion pipeline, pgvector, RAG, agent, Docker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v1 Success =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✓ 2 Knowledge Bases with real documents</a:t>
            </a:r>
          </a:p>
          <a:p>
            <a:pPr/>
            <a:r>
              <a:t>✓ Natural-language question in chat</a:t>
            </a:r>
          </a:p>
          <a:p>
            <a:pPr/>
            <a:r>
              <a:t>✓ AI answer with 2+ source citations</a:t>
            </a:r>
          </a:p>
          <a:p>
            <a:pPr/>
            <a:r>
              <a:t>✓ Correct files referenced</a:t>
            </a:r>
          </a:p>
          <a:p>
            <a:pPr/>
            <a:r>
              <a:t>✓ Runs locally via Docker Compose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 &amp; v3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v2 (+8 weeks):</a:t>
            </a:r>
          </a:p>
          <a:p>
            <a:pPr/>
            <a:r>
              <a:t>  SharePoint connector · LLM enrichment · wiki · audit logging</a:t>
            </a:r>
          </a:p>
          <a:p>
            <a:pPr/>
          </a:p>
          <a:p>
            <a:pPr/>
            <a:r>
              <a:t>v3 (+10 weeks):</a:t>
            </a:r>
          </a:p>
          <a:p>
            <a:pPr/>
            <a:r>
              <a:t>  Knowledge graph · Vision-LLM · Confluence/GitHub ·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Approve v1 scope (agentic chat, 6 weeks)</a:t>
            </a:r>
          </a:p>
          <a:p>
            <a:pPr/>
            <a:r>
              <a:t>2. OpenAI API budget for dev + demo</a:t>
            </a:r>
          </a:p>
          <a:p>
            <a:pPr/>
            <a:r>
              <a:t>3. Ashok + Sreepad focused for 6 weeks</a:t>
            </a:r>
          </a:p>
          <a:p>
            <a:pPr/>
            <a:r>
              <a:t>4. Stakeholder demo slot — Week 5–6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"In 6 weeks we deliver an Enterprise KB where employees ask questions</a:t>
            </a:r>
          </a:p>
          <a:p>
            <a:pPr/>
            <a:r>
              <a:t>in plain English and get AI answers backed by source documents —</a:t>
            </a:r>
          </a:p>
          <a:p>
            <a:pPr/>
            <a:r>
              <a:t>the foundation for SharePoint, knowledge graph, and full enterprise features.</a:t>
            </a:r>
          </a:p>
          <a:p>
            <a:pPr/>
          </a:p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